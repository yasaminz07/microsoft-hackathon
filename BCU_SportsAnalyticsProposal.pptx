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BCU Sports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14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97316"/>
                </a:solidFill>
                <a:latin typeface="Calibri"/>
              </a:rPr>
              <a:t>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A student-led performance analysis 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BCU Student Computing Association  ·  AI Division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217920"/>
            <a:ext cx="1184148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Mohamed Dahir  ·  Founder &amp; Head of Sports Analytics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Why now, and why BCU?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97316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Analytics staff
currently at BCU Sport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474720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BCU Basketball
teams in BUCS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4747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6A34A"/>
                </a:solidFill>
                <a:latin typeface="Calibri"/>
              </a:rPr>
              <a:t>£0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Cost to start
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The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64008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438912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343400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No analytics infrastructure exists at BCU Sport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77316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727448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Competitors like UoB run full GPS + drone + video setups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15721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111496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First mover advantage is available right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The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886200"/>
            <a:ext cx="64008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92240" y="438912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1" y="4343400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BCU Basketball: largest BUCS-competing team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477316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1" y="4727448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Department housed under SCA AI Division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515721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1" y="5111496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Student-led model keeps costs near zero in Year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We're Proposing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 focused, lean analytics operation for BCU Basketball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54864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POST-MATCH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A two-page tactical breakdown delivered to coaching staff within 48 hours of every game — covering shooting efficiency, rebounding, turnovers and one actionable recommendation.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4864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OPPOSITION SCOUTING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A one-page pre-match report on every upcoming opponent — their offensive tendencies, key players, defensive setup and one specific tactical edge to exploit.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31920"/>
            <a:ext cx="54864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93192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LIVE SEASON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A real-time visual dashboard tracking team and player trends across the full season — always accessible by coaching staff.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931920"/>
            <a:ext cx="54864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STUDENT-LED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Entirely run by BCU students under the SCA AI Division — sustainable, scalable, and zero cost to BCU Sport in Phase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Team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Built to run independently while the founder is on professional 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FOUNDER &amp;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Mohamed Dahir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0592"/>
            <a:ext cx="23774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455"/>
                </a:solidFill>
                <a:latin typeface="Calibri"/>
              </a:rPr>
              <a:t>Sets vision, owns coaching relationships, reviews all outputs, makes strategic decisions. Oversees remotely Mon–Fri during placement. Public face of the department within the SCA AI Division.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651760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PERFORMANCE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Day-to-Day Lead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79" y="2450592"/>
            <a:ext cx="23774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455"/>
                </a:solidFill>
                <a:latin typeface="Calibri"/>
              </a:rPr>
              <a:t>Runs the operation week to week. Processes raw data, produces post-match and opposition reports under founder's guidance, maintains the dashboard and liaises with coaching staff.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2651760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VIDEO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1 Student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50592"/>
            <a:ext cx="23774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455"/>
                </a:solidFill>
                <a:latin typeface="Calibri"/>
              </a:rPr>
              <a:t>Films every game from an elevated position, uploads footage to shared Drive, and tags key moments — offensive plays, defensive breakdowns, turnovers and set plays — using Hudl.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417320"/>
            <a:ext cx="26517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417320"/>
            <a:ext cx="2651760" cy="164592"/>
          </a:xfrm>
          <a:prstGeom prst="rect">
            <a:avLst/>
          </a:prstGeom>
          <a:solidFill>
            <a:srgbClr val="78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16FA"/>
                </a:solidFill>
                <a:latin typeface="Calibri"/>
              </a:rPr>
              <a:t>DATA COLLECTOR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1 Student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450592"/>
            <a:ext cx="23774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455"/>
                </a:solidFill>
                <a:latin typeface="Calibri"/>
              </a:rPr>
              <a:t>Sits courtside at every game and manually records the five core stats in real time using a tally sheet. Entry-level role — ideal for a first year student learning the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Three consistent deliverables to coaching staff every single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POST-MATCH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48hrs after game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329184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063239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Quarter-by-quarter score breakdown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92423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46703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Shooting efficiency — FG, 3PT, FT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721607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75887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Offensive vs defensive rebounding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50791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Turnover volume, type and responsibility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3799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34256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One tactical observation from footage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709159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66344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One training 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417320"/>
            <a:ext cx="365760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16002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1762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OPPOSITION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587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48hrs before game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926080"/>
            <a:ext cx="329184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34840" y="3063239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301752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Offensive system — set plays vs isolation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4434840" y="3392423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346703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Key players: scorer, distributor, rebounder</a:t>
            </a:r>
          </a:p>
        </p:txBody>
      </p:sp>
      <p:sp>
        <p:nvSpPr>
          <p:cNvPr id="33" name="Oval 32"/>
          <p:cNvSpPr/>
          <p:nvPr/>
        </p:nvSpPr>
        <p:spPr>
          <a:xfrm>
            <a:off x="4434840" y="3721607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3675887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Defensive setup — zone or man, press aggression</a:t>
            </a:r>
          </a:p>
        </p:txBody>
      </p:sp>
      <p:sp>
        <p:nvSpPr>
          <p:cNvPr id="35" name="Oval 34"/>
          <p:cNvSpPr/>
          <p:nvPr/>
        </p:nvSpPr>
        <p:spPr>
          <a:xfrm>
            <a:off x="4434840" y="4050791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4005072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Set play patterns from available footage</a:t>
            </a:r>
          </a:p>
        </p:txBody>
      </p:sp>
      <p:sp>
        <p:nvSpPr>
          <p:cNvPr id="37" name="Oval 36"/>
          <p:cNvSpPr/>
          <p:nvPr/>
        </p:nvSpPr>
        <p:spPr>
          <a:xfrm>
            <a:off x="4434840" y="43799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2" y="4334256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One specific tactical edge to exploit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1417320"/>
            <a:ext cx="365760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21040" y="16002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1762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SEASON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587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Updated weekly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2926080"/>
            <a:ext cx="329184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21040" y="3063239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301752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Points per game trend across the season</a:t>
            </a:r>
          </a:p>
        </p:txBody>
      </p:sp>
      <p:sp>
        <p:nvSpPr>
          <p:cNvPr id="47" name="Oval 46"/>
          <p:cNvSpPr/>
          <p:nvPr/>
        </p:nvSpPr>
        <p:spPr>
          <a:xfrm>
            <a:off x="8321040" y="3392423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3346703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Assist-to-turnover ratio over time</a:t>
            </a:r>
          </a:p>
        </p:txBody>
      </p:sp>
      <p:sp>
        <p:nvSpPr>
          <p:cNvPr id="49" name="Oval 48"/>
          <p:cNvSpPr/>
          <p:nvPr/>
        </p:nvSpPr>
        <p:spPr>
          <a:xfrm>
            <a:off x="8321040" y="3721607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3675887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Shooting % by zone</a:t>
            </a:r>
          </a:p>
        </p:txBody>
      </p:sp>
      <p:sp>
        <p:nvSpPr>
          <p:cNvPr id="51" name="Oval 50"/>
          <p:cNvSpPr/>
          <p:nvPr/>
        </p:nvSpPr>
        <p:spPr>
          <a:xfrm>
            <a:off x="8321040" y="4050791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5632" y="4005072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Individual player performance trends</a:t>
            </a:r>
          </a:p>
        </p:txBody>
      </p:sp>
      <p:sp>
        <p:nvSpPr>
          <p:cNvPr id="53" name="Oval 52"/>
          <p:cNvSpPr/>
          <p:nvPr/>
        </p:nvSpPr>
        <p:spPr>
          <a:xfrm>
            <a:off x="8321040" y="43799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4334256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Head-to-head breakdowns vs opponents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Weekly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How the operation runs week to week — without needing the founder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310128"/>
            <a:ext cx="11155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315468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MATCH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1051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Data Collector records live stats courtside. Video Analyst films from elevated position. No founder presence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3044952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3512" y="315468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3493008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DAY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4096512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Video Analyst uploads and begins tagging. Performance Analyst processes raw stats. Founder receives data summary remotely.</a:t>
            </a:r>
          </a:p>
        </p:txBody>
      </p:sp>
      <p:sp>
        <p:nvSpPr>
          <p:cNvPr id="14" name="Oval 13"/>
          <p:cNvSpPr/>
          <p:nvPr/>
        </p:nvSpPr>
        <p:spPr>
          <a:xfrm>
            <a:off x="4855464" y="315468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48 HRS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81051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Founder reviews and signs off post-match report. Performance Analyst delivers to coaching staff and walks them through key findings.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3044952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57416" y="315468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12864" y="3493008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MIDWEEK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4096512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Dashboard updated. Opposition research begins for next fixture. Founder checks in via Slack — 10 minutes is enough.</a:t>
            </a:r>
          </a:p>
        </p:txBody>
      </p:sp>
      <p:sp>
        <p:nvSpPr>
          <p:cNvPr id="22" name="Oval 21"/>
          <p:cNvSpPr/>
          <p:nvPr/>
        </p:nvSpPr>
        <p:spPr>
          <a:xfrm>
            <a:off x="8659367" y="315468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PRE-MATCH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1810512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Opposition report drafted, reviewed by founder, delivered to coaching staff 48 hours before the next game.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14815" y="3044952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61319" y="315468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16767" y="3493008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WEEKLY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4096512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Founder meets coach directly to discuss bigger picture — trends, patterns, adjustments to what the department tracks.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Phased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Starting lean, proving value, then scaling with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566160" cy="5074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566160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50592"/>
            <a:ext cx="32004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Budget: £0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9900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443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Free tools only — Hudl, Python,
Google Data Studio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4472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4015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Manual courtside data collection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9044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587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Post-match reports &amp; opposition
scouting from day one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3616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3159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Just access and a role title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417320"/>
            <a:ext cx="3566160" cy="5074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417320"/>
            <a:ext cx="356616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Month 6+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450592"/>
            <a:ext cx="32004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47802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Budget: ~£500–£1,000</a:t>
            </a:r>
          </a:p>
        </p:txBody>
      </p:sp>
      <p:sp>
        <p:nvSpPr>
          <p:cNvPr id="25" name="Oval 24"/>
          <p:cNvSpPr/>
          <p:nvPr/>
        </p:nvSpPr>
        <p:spPr>
          <a:xfrm>
            <a:off x="4434840" y="29900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29443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Basic camera + tripod setup</a:t>
            </a:r>
          </a:p>
        </p:txBody>
      </p:sp>
      <p:sp>
        <p:nvSpPr>
          <p:cNvPr id="27" name="Oval 26"/>
          <p:cNvSpPr/>
          <p:nvPr/>
        </p:nvSpPr>
        <p:spPr>
          <a:xfrm>
            <a:off x="4434840" y="34472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4015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Nacsport or Hudl licence</a:t>
            </a:r>
          </a:p>
        </p:txBody>
      </p:sp>
      <p:sp>
        <p:nvSpPr>
          <p:cNvPr id="29" name="Oval 28"/>
          <p:cNvSpPr/>
          <p:nvPr/>
        </p:nvSpPr>
        <p:spPr>
          <a:xfrm>
            <a:off x="4434840" y="39044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38587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Expanded student team — 4 roles
fully operational</a:t>
            </a:r>
          </a:p>
        </p:txBody>
      </p:sp>
      <p:sp>
        <p:nvSpPr>
          <p:cNvPr id="31" name="Oval 30"/>
          <p:cNvSpPr/>
          <p:nvPr/>
        </p:nvSpPr>
        <p:spPr>
          <a:xfrm>
            <a:off x="4434840" y="43616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43159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Backed by 6 months of proven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1417320"/>
            <a:ext cx="3566160" cy="5074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1417320"/>
            <a:ext cx="3566160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450592"/>
            <a:ext cx="32004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247802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Budget: ~£6,000–£11,000</a:t>
            </a:r>
          </a:p>
        </p:txBody>
      </p:sp>
      <p:sp>
        <p:nvSpPr>
          <p:cNvPr id="39" name="Oval 38"/>
          <p:cNvSpPr/>
          <p:nvPr/>
        </p:nvSpPr>
        <p:spPr>
          <a:xfrm>
            <a:off x="8275319" y="29900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1" y="29443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Catapult GPS wearables for the squad</a:t>
            </a:r>
          </a:p>
        </p:txBody>
      </p:sp>
      <p:sp>
        <p:nvSpPr>
          <p:cNvPr id="41" name="Oval 40"/>
          <p:cNvSpPr/>
          <p:nvPr/>
        </p:nvSpPr>
        <p:spPr>
          <a:xfrm>
            <a:off x="8275319" y="34472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1" y="34015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Catapult Pro Video Suite</a:t>
            </a:r>
          </a:p>
        </p:txBody>
      </p:sp>
      <p:sp>
        <p:nvSpPr>
          <p:cNvPr id="43" name="Oval 42"/>
          <p:cNvSpPr/>
          <p:nvPr/>
        </p:nvSpPr>
        <p:spPr>
          <a:xfrm>
            <a:off x="8275319" y="39044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1" y="38587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Drone footage + A2 pilot licence</a:t>
            </a:r>
          </a:p>
        </p:txBody>
      </p:sp>
      <p:sp>
        <p:nvSpPr>
          <p:cNvPr id="45" name="Oval 44"/>
          <p:cNvSpPr/>
          <p:nvPr/>
        </p:nvSpPr>
        <p:spPr>
          <a:xfrm>
            <a:off x="8275319" y="436168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1" y="4315968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Full UoB-level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We Need From BCU 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Seven asks to help us hit the ground running — cost to BCU Sport is still £0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6235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6235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53895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64792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Calibri"/>
              </a:rPr>
              <a:t>Past footage, manually recorded stats or any existing analysis from previous seasons — so our analysts can learn from real BCU data before the season begins.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6235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6235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53895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PROFESSIONAL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764792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Calibri"/>
              </a:rPr>
              <a:t>Introduction to West Brom Women's team and any other professional clubs sharing our facilities. Observing analytics in a professional setting will accelerate our analysts' development significantly.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07208"/>
            <a:ext cx="56235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07208"/>
            <a:ext cx="56235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3522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COACHING BUY-IN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24612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Calibri"/>
              </a:rPr>
              <a:t>Five minutes with the coaching staff to align on what questions they want answered. The department only delivers value if coaches engage with and act on the insights we produce.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07208"/>
            <a:ext cx="56235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807208"/>
            <a:ext cx="56235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93522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FORMAL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24612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Calibri"/>
              </a:rPr>
              <a:t>A role title and official acknowledgement within BCU Sport — even voluntary. This unlocks credibility when recruiting analysts from across the university.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88536"/>
            <a:ext cx="56235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88536"/>
            <a:ext cx="56235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4165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TRAINING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727448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Calibri"/>
              </a:rPr>
              <a:t>Entry to training sessions and home matches at Doug Ellis Sport Centre and The Pavilions so data collection can begin immediately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88536"/>
            <a:ext cx="56235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288536"/>
            <a:ext cx="56235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44165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NETWORKS &amp; CONTACTS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727448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Calibri"/>
              </a:rPr>
              <a:t>Any contacts, partnerships or resources BCU Sport can connect us with — sports science staff, analytics tools, industry professionals — that can help us build faster.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806440"/>
            <a:ext cx="11430000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806440"/>
            <a:ext cx="164592" cy="8412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870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SPORT ORIENTATION SESSIONS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4476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One or two sessions with the coaching staff to bring our analysts up to speed on basketball — rules, positions, terminology and what to look for tactically. Our analysts are data-first; sport knowledge bridges the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How data moves from the court to the coach — every step, every role, every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783080" cy="4480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78308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COLLECT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50592"/>
            <a:ext cx="150876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61518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VEO camera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5409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StatsKeeper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493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Google Sheets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3383280"/>
            <a:ext cx="146304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577840"/>
            <a:ext cx="1508760" cy="256032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8698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Match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9152" y="1417320"/>
            <a:ext cx="1783080" cy="4480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59152" y="1417320"/>
            <a:ext cx="178308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96312" y="157276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6312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20116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6312" y="2450592"/>
            <a:ext cx="150876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96312" y="261518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Google Drive</a:t>
            </a:r>
          </a:p>
        </p:txBody>
      </p:sp>
      <p:sp>
        <p:nvSpPr>
          <p:cNvPr id="28" name="Oval 27"/>
          <p:cNvSpPr/>
          <p:nvPr/>
        </p:nvSpPr>
        <p:spPr>
          <a:xfrm>
            <a:off x="2496312" y="305409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Notion</a:t>
            </a:r>
          </a:p>
        </p:txBody>
      </p:sp>
      <p:sp>
        <p:nvSpPr>
          <p:cNvPr id="30" name="Oval 29"/>
          <p:cNvSpPr/>
          <p:nvPr/>
        </p:nvSpPr>
        <p:spPr>
          <a:xfrm>
            <a:off x="2496312" y="3493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Airtable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383280"/>
            <a:ext cx="146304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96312" y="5577840"/>
            <a:ext cx="1508760" cy="256032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558698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Day After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6824" y="1417320"/>
            <a:ext cx="1783080" cy="4480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1417320"/>
            <a:ext cx="178308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43984" y="157276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43984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20116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43984" y="2450592"/>
            <a:ext cx="150876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43984" y="261518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Python / pandas</a:t>
            </a:r>
          </a:p>
        </p:txBody>
      </p:sp>
      <p:sp>
        <p:nvSpPr>
          <p:cNvPr id="43" name="Oval 42"/>
          <p:cNvSpPr/>
          <p:nvPr/>
        </p:nvSpPr>
        <p:spPr>
          <a:xfrm>
            <a:off x="4443984" y="305409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9432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Google Sheets</a:t>
            </a:r>
          </a:p>
        </p:txBody>
      </p:sp>
      <p:sp>
        <p:nvSpPr>
          <p:cNvPr id="45" name="Oval 44"/>
          <p:cNvSpPr/>
          <p:nvPr/>
        </p:nvSpPr>
        <p:spPr>
          <a:xfrm>
            <a:off x="4443984" y="3493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9432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Excel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08192" y="3383280"/>
            <a:ext cx="146304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43984" y="5577840"/>
            <a:ext cx="1508760" cy="256032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43984" y="558698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Day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54496" y="1417320"/>
            <a:ext cx="1783080" cy="4480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1417320"/>
            <a:ext cx="178308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91656" y="157276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1656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91656" y="20116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91656" y="2450592"/>
            <a:ext cx="150876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91656" y="261518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47104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Python / seaborn</a:t>
            </a:r>
          </a:p>
        </p:txBody>
      </p:sp>
      <p:sp>
        <p:nvSpPr>
          <p:cNvPr id="58" name="Oval 57"/>
          <p:cNvSpPr/>
          <p:nvPr/>
        </p:nvSpPr>
        <p:spPr>
          <a:xfrm>
            <a:off x="6391656" y="305409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7104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mplbasketball</a:t>
            </a:r>
          </a:p>
        </p:txBody>
      </p:sp>
      <p:sp>
        <p:nvSpPr>
          <p:cNvPr id="60" name="Oval 59"/>
          <p:cNvSpPr/>
          <p:nvPr/>
        </p:nvSpPr>
        <p:spPr>
          <a:xfrm>
            <a:off x="6391656" y="3493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47104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CRISP-DM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55863" y="3383280"/>
            <a:ext cx="146304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91656" y="5577840"/>
            <a:ext cx="1508760" cy="256032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91656" y="558698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Day 2–3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02167" y="1417320"/>
            <a:ext cx="1783080" cy="4480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02167" y="1417320"/>
            <a:ext cx="178308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39327" y="157276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39327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9327" y="20116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VISUALISE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9327" y="2450592"/>
            <a:ext cx="150876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39327" y="261518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94776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Looker Studio</a:t>
            </a:r>
          </a:p>
        </p:txBody>
      </p:sp>
      <p:sp>
        <p:nvSpPr>
          <p:cNvPr id="73" name="Oval 72"/>
          <p:cNvSpPr/>
          <p:nvPr/>
        </p:nvSpPr>
        <p:spPr>
          <a:xfrm>
            <a:off x="8339327" y="305409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94776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Tableau Public</a:t>
            </a:r>
          </a:p>
        </p:txBody>
      </p:sp>
      <p:sp>
        <p:nvSpPr>
          <p:cNvPr id="75" name="Oval 74"/>
          <p:cNvSpPr/>
          <p:nvPr/>
        </p:nvSpPr>
        <p:spPr>
          <a:xfrm>
            <a:off x="8339327" y="3493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94776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Canva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3535" y="3383280"/>
            <a:ext cx="146304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39327" y="5577840"/>
            <a:ext cx="1508760" cy="256032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39327" y="558698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Day 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49839" y="1417320"/>
            <a:ext cx="1783080" cy="4480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49839" y="1417320"/>
            <a:ext cx="178308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86999" y="157276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86999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86999" y="20116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86999" y="2450592"/>
            <a:ext cx="1508760" cy="22860"/>
          </a:xfrm>
          <a:prstGeom prst="rect">
            <a:avLst/>
          </a:prstGeom>
          <a:solidFill>
            <a:srgbClr val="3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286999" y="261518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42447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Google Docs PDF</a:t>
            </a:r>
          </a:p>
        </p:txBody>
      </p:sp>
      <p:sp>
        <p:nvSpPr>
          <p:cNvPr id="88" name="Oval 87"/>
          <p:cNvSpPr/>
          <p:nvPr/>
        </p:nvSpPr>
        <p:spPr>
          <a:xfrm>
            <a:off x="10286999" y="305409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42447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Notion page</a:t>
            </a:r>
          </a:p>
        </p:txBody>
      </p:sp>
      <p:sp>
        <p:nvSpPr>
          <p:cNvPr id="90" name="Oval 89"/>
          <p:cNvSpPr/>
          <p:nvPr/>
        </p:nvSpPr>
        <p:spPr>
          <a:xfrm>
            <a:off x="10286999" y="3493008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42447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Slack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86999" y="5577840"/>
            <a:ext cx="1508760" cy="256032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86999" y="558698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48hrs post-game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596188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Data Collector
+ Video Analyst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59152" y="596188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Video Analyst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6824" y="596188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Performance
Analyst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54496" y="596188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Performance
Analyst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02167" y="596188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Performance
Analyst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49839" y="596188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Founder
+ PA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All free or near-free in Phase 1 — professional-grade tools used at club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3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Calibri"/>
              </a:rPr>
              <a:t>VIDEO CAPTURE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474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5623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VEO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Automated match camera, cloud upload, built-in tagging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1" y="1874519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1" y="1874519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Smartphone + tripod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Backup angle for training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1" y="257860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1" y="25786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£0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325880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325880"/>
            <a:ext cx="3749039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46303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  <a:latin typeface="Calibri"/>
              </a:rPr>
              <a:t>COLLABORATION &amp;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783080"/>
            <a:ext cx="3474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85623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Google Drive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103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Shared folder per fixture — video, data,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1" y="1874519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1" y="1874519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560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Notion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807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Team wiki, onboarding docs, task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5471" y="257860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1" y="25786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2644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5112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Internal comms — founder checks in remotely daily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5471" y="328269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5471" y="328269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1325880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1325880"/>
            <a:ext cx="3749039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46303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  <a:latin typeface="Calibri"/>
              </a:rPr>
              <a:t>DATA COLLECTION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783080"/>
            <a:ext cx="3474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85623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StatsKeeper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103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Mobile courtside stat logging in real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91672" y="1874519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91672" y="1874519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560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Google Sheets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807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Tally sheets, season database, shared live totals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91672" y="257860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91672" y="25786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2644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Airtable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5112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Structured match database as the season builds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91672" y="328269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91672" y="328269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 tier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224528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224528"/>
            <a:ext cx="3749039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3616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PROCESSING &amp; ANALYSIS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681728"/>
            <a:ext cx="3474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754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Python + pandas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Data cleaning, aggregation, season-wide queries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19271" y="477316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9271" y="47731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seaborn / matplotlib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7058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Static charts embedded in reports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19271" y="547725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19271" y="547725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1630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mplbasketball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09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Basketball court shot chart visualisations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9271" y="6181344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19271" y="618134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4224528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06240" y="4224528"/>
            <a:ext cx="3749039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43400" y="43616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DASHBOARDS &amp; REPORTS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43400" y="4681728"/>
            <a:ext cx="3474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43400" y="4754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Google Looker Studio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Live season dashboard, always-on for coaching staff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5471" y="477316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05471" y="47731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4340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Tableau Public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43400" y="57058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More advanced visuals — strong on analyst CVs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05471" y="547725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05471" y="547725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43400" y="61630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Canva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3400" y="6409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Report and opposition document design templates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05471" y="6181344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05471" y="618134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92440" y="4224528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92440" y="4224528"/>
            <a:ext cx="3749039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0" y="43616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VIDEO ANALYSIS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4681728"/>
            <a:ext cx="3474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29600" y="4754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VEO platform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5001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Tag events directly in uploaded match footage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91672" y="477316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91672" y="47731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Included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Hudl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57058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Clip sharing with coaches, comment on footage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091672" y="547725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91672" y="547725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Free tier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9600" y="61630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Nacsport Basic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6409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Professional-grade tagging — Phase 2 upgrade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091672" y="6181344"/>
            <a:ext cx="594360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91672" y="618134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Four stages to go from zero to a fully operational department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86400" cy="2331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618488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9105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60020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Recruit &amp; Align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Bring analysts on board and get everyone on the same page — roles, responsibilities and the analytical framework we'll use. Use historical data from BCU Sport and publicly available datasets to run analysts through real scenarios before the season starts.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00" cy="2331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18488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9105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60020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Pilot Practice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30552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Invite people to a pre-season game and treat it as a live training exercise — record using VEO, manually transcribe key metrics courtside, and produce a full mock post-match report. Identify gaps in the process before it matters.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86200"/>
            <a:ext cx="5486400" cy="2331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087368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5993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6908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Ready for Season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99432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By the first competitive fixture the full operation is live — data collector courtside, video analyst filming, reports delivered to coaching staff within 48 hours. No delays, no excuses.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5486400" cy="2331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486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4087368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05993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06908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Iterate &amp; Elevate Continuously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99432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Seek collaborations with university programmes and professional analysts who operate at a higher level. Provide structured courses and professional training for analysts within the department so standards constantly improve season on season.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46520"/>
            <a:ext cx="113385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BCU Student Computing Association  ·  AI Division  ·  Sports Analytics Department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