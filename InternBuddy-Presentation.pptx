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35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InternBuddy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Companion for Internship Success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Hackathon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 lack structured guidance during placements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track progress and capture daily learnings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opportunities to build visibility and relationships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path to securing return offers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55448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InternBuddy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2103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platform that transforms internship experiences through: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56032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12-week roadmaps generated by Azure OpenAI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logging with intelligent tagging system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milestone tracking for career progression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weekly digests with actionable insights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103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framework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103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3375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375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2103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8064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0644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styling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2103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auth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2743200"/>
            <a:ext cx="2103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375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2743200"/>
            <a:ext cx="2103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8064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UI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Value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InternBuddy delivers measurable outcomes for interns: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Growth: Clear path from day 1 to a potential return offer with actionable milestones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Progress: Visual progress tracking and milestone completion monitoring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Insights: Data-driven recommendations for </a:t>
            </a:r>
            <a:r>
              <a:rPr lang="en-GB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maximising</a:t>
            </a: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placement impact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Development: Build visibility, network strategically, and demonstrate value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InternBuddy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the next generation of professionals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179</Words>
  <Application>Microsoft Macintosh PowerPoint</Application>
  <PresentationFormat>On-screen Show (16:9)</PresentationFormat>
  <Paragraphs>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InternBuddy - AI-Powered Internship Success Platform</dc:title>
  <dc:subject>PptxGenJS Presentation</dc:subject>
  <dc:creator>InternBuddy Team</dc:creator>
  <cp:lastModifiedBy>Mohamed Dahir</cp:lastModifiedBy>
  <cp:revision>2</cp:revision>
  <dcterms:created xsi:type="dcterms:W3CDTF">2026-05-11T14:17:04Z</dcterms:created>
  <dcterms:modified xsi:type="dcterms:W3CDTF">2026-05-11T15:42:18Z</dcterms:modified>
</cp:coreProperties>
</file>